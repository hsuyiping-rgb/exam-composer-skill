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b5042c68854376" /><Relationship Type="http://schemas.openxmlformats.org/officeDocument/2006/relationships/extended-properties" Target="/docProps/app.xml" Id="R9988cdf5ff7a4d57" /><Relationship Type="http://schemas.openxmlformats.org/officeDocument/2006/relationships/officeDocument" Target="/ppt/presentation.xml" Id="R0c50c2112ce7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0ad88178074db7"/>
  </p:sldMasterIdLst>
  <p:notesMasterIdLst>
    <p:notesMasterId xmlns:r="http://schemas.openxmlformats.org/officeDocument/2006/relationships" r:id="Rbaef5c0bcd8e4e10"/>
  </p:notesMasterIdLst>
  <p:sldIdLst>
    <p:sldId xmlns:r="http://schemas.openxmlformats.org/officeDocument/2006/relationships" id="256" r:id="Rcddec1c80a4c4d57"/>
    <p:sldId xmlns:r="http://schemas.openxmlformats.org/officeDocument/2006/relationships" id="257" r:id="Rcfce1c5992864daa"/>
    <p:sldId xmlns:r="http://schemas.openxmlformats.org/officeDocument/2006/relationships" id="258" r:id="Rcbda8a3538c64c08"/>
    <p:sldId xmlns:r="http://schemas.openxmlformats.org/officeDocument/2006/relationships" id="259" r:id="R17e71c8614d94509"/>
    <p:sldId xmlns:r="http://schemas.openxmlformats.org/officeDocument/2006/relationships" id="260" r:id="Rf36e6dc630ec41c4"/>
    <p:sldId xmlns:r="http://schemas.openxmlformats.org/officeDocument/2006/relationships" id="261" r:id="R3a77b13e25af4fb3"/>
    <p:sldId xmlns:r="http://schemas.openxmlformats.org/officeDocument/2006/relationships" id="262" r:id="R15ea8a443e574c91"/>
    <p:sldId xmlns:r="http://schemas.openxmlformats.org/officeDocument/2006/relationships" id="263" r:id="Rcea86dd53b194918"/>
    <p:sldId xmlns:r="http://schemas.openxmlformats.org/officeDocument/2006/relationships" id="264" r:id="R36919ec1448f4d1e"/>
    <p:sldId xmlns:r="http://schemas.openxmlformats.org/officeDocument/2006/relationships" id="265" r:id="Rde665937fa2a48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dc5e9f4b574641" /><Relationship Type="http://schemas.openxmlformats.org/officeDocument/2006/relationships/slideMaster" Target="/ppt/slideMasters/slideMaster1.xml" Id="R0a0ad88178074db7" /><Relationship Type="http://schemas.openxmlformats.org/officeDocument/2006/relationships/notesMaster" Target="/ppt/notesMasters/notesMaster1.xml" Id="Rbaef5c0bcd8e4e10" /><Relationship Type="http://schemas.openxmlformats.org/officeDocument/2006/relationships/presProps" Target="/ppt/presProps.xml" Id="R1c74b469ae1042f3" /><Relationship Type="http://schemas.openxmlformats.org/officeDocument/2006/relationships/tableStyles" Target="/ppt/tableStyles.xml" Id="R568d110f73904b58" /><Relationship Type="http://schemas.openxmlformats.org/officeDocument/2006/relationships/slide" Target="/ppt/slides/slide1.xml" Id="Rcddec1c80a4c4d57" /><Relationship Type="http://schemas.openxmlformats.org/officeDocument/2006/relationships/slide" Target="/ppt/slides/slide2.xml" Id="Rcfce1c5992864daa" /><Relationship Type="http://schemas.openxmlformats.org/officeDocument/2006/relationships/slide" Target="/ppt/slides/slide3.xml" Id="Rcbda8a3538c64c08" /><Relationship Type="http://schemas.openxmlformats.org/officeDocument/2006/relationships/slide" Target="/ppt/slides/slide4.xml" Id="R17e71c8614d94509" /><Relationship Type="http://schemas.openxmlformats.org/officeDocument/2006/relationships/slide" Target="/ppt/slides/slide5.xml" Id="Rf36e6dc630ec41c4" /><Relationship Type="http://schemas.openxmlformats.org/officeDocument/2006/relationships/slide" Target="/ppt/slides/slide6.xml" Id="R3a77b13e25af4fb3" /><Relationship Type="http://schemas.openxmlformats.org/officeDocument/2006/relationships/slide" Target="/ppt/slides/slide7.xml" Id="R15ea8a443e574c91" /><Relationship Type="http://schemas.openxmlformats.org/officeDocument/2006/relationships/slide" Target="/ppt/slides/slide8.xml" Id="Rcea86dd53b194918" /><Relationship Type="http://schemas.openxmlformats.org/officeDocument/2006/relationships/slide" Target="/ppt/slides/slide9.xml" Id="R36919ec1448f4d1e" /><Relationship Type="http://schemas.openxmlformats.org/officeDocument/2006/relationships/slide" Target="/ppt/slides/slide10.xml" Id="Rde665937fa2a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9f32e159d047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13a8495cee4235" /><Relationship Type="http://schemas.openxmlformats.org/officeDocument/2006/relationships/notesMaster" Target="/ppt/notesMasters/notesMaster1.xml" Id="R64b22e3ae30649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053bd19fef4afa" /><Relationship Type="http://schemas.openxmlformats.org/officeDocument/2006/relationships/notesMaster" Target="/ppt/notesMasters/notesMaster1.xml" Id="Rd2f3691bbaa541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ad868fa86349f8" /><Relationship Type="http://schemas.openxmlformats.org/officeDocument/2006/relationships/notesMaster" Target="/ppt/notesMasters/notesMaster1.xml" Id="Ra511f91a92744b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536cc5967c40e6" /><Relationship Type="http://schemas.openxmlformats.org/officeDocument/2006/relationships/notesMaster" Target="/ppt/notesMasters/notesMaster1.xml" Id="Rfc90aff767e448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3c8a88ae494785" /><Relationship Type="http://schemas.openxmlformats.org/officeDocument/2006/relationships/notesMaster" Target="/ppt/notesMasters/notesMaster1.xml" Id="Ra19ee59a49f547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73061a90e2486c" /><Relationship Type="http://schemas.openxmlformats.org/officeDocument/2006/relationships/notesMaster" Target="/ppt/notesMasters/notesMaster1.xml" Id="R3775ddea28ec4c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f5a1ba348641ef" /><Relationship Type="http://schemas.openxmlformats.org/officeDocument/2006/relationships/notesMaster" Target="/ppt/notesMasters/notesMaster1.xml" Id="R4c2472dffc614d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9d4dbaf7264b34" /><Relationship Type="http://schemas.openxmlformats.org/officeDocument/2006/relationships/notesMaster" Target="/ppt/notesMasters/notesMaster1.xml" Id="R6d52b12e6edb4f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11be7aa65e4ea7" /><Relationship Type="http://schemas.openxmlformats.org/officeDocument/2006/relationships/notesMaster" Target="/ppt/notesMasters/notesMaster1.xml" Id="Rb450a64b244c42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bd3810e20f44ee" /><Relationship Type="http://schemas.openxmlformats.org/officeDocument/2006/relationships/notesMaster" Target="/ppt/notesMasters/notesMaster1.xml" Id="R24d6e323b79941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這套流程的重點不是讓 AI 自動交出一份考卷，而是讓命題工作有清楚步驟、確認關卡和可追溯資料。教師決定要測什麼、哪些題目能用，Agent 協助整理資料、換算、撰寫草稿與檢查。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內容依據：使用者提供之《agent_exam_composition_deck.html》與目前安裝的 exam-composer 技能流程；內容經口語化、風險揭露與教學用途改寫。封面圖片由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教師不需要把每個檔案和比例都手動整理，但最後的課程對應、題目品質與是否採用，仍由命題教師負責。遇到範圍或配分不清楚時，Agent 應停下來詢問。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內容依據：使用者提供之《agent_exam_composition_deck.html》與目前安裝的 exam-composer 技能流程；內容經口語化、風險揭露與教學用途改寫。封面圖片由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可以把整個流程看成三段。前期先把範圍和教材弄清楚，中段處理細目表、草稿與查重，最後才輸出學生卷、教師卷和細目表。前面沒有確認，後面做得越快，返工越多。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內容依據：使用者提供之《agent_exam_composition_deck.html》與目前安裝的 exam-composer 技能流程；內容經口語化、風險揭露與教學用途改寫。封面圖片由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A 的登入一定由教師本人完成。Agent 接手後，每次下載都要確認檔案真的落地。Step 1 也不是只讀目錄，要確認命題範圍內的課次完整，否則只能稱為測試草稿。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內容依據：使用者提供之《agent_exam_composition_deck.html》與目前安裝的 exam-composer 技能流程；內容經口語化、風險揭露與教學用途改寫。封面圖片由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關卡的作用是降低返工。尤其是雙向細目表骨架，應在寫題前確認。查重後若要重寫高度相似題，也要先由教師決定修改範圍，不能因為相似就把課綱核心題型全部刪掉。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內容依據：使用者提供之《agent_exam_composition_deck.html》與目前安裝的 exam-composer 技能流程；內容經口語化、風險揭露與教學用途改寫。封面圖片由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原稿用了完美通過和安全採納，這種說法太滿。查重只能對本次實際取得、實際讀過的試卷負責。若使用者明確要求跳過查重，要標示 Step 4 未執行，不能寫成查重通過。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內容依據：使用者提供之《agent_exam_composition_deck.html》與目前安裝的 exam-composer 技能流程；內容經口語化、風險揭露與教學用途改寫。封面圖片由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標準題型不能全部避開，否則會傷害內容效度。真正需要避免的是連年重複同一個題幹和任務。改寫後還要回頭檢查文本、選項與解答是否殘留舊題線索。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內容依據：使用者提供之《agent_exam_composition_deck.html》與目前安裝的 exam-composer 技能流程；內容經口語化、風險揭露與教學用途改寫。封面圖片由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英語卷有聽力題才執行這一步。不能先做音檔再改試卷。若題目、選項或答案有任何修改，音檔必須重製並重新檢查。語音轉錄可以協助，但不能取代人工抽聽關鍵題目。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內容依據：使用者提供之《agent_exam_composition_deck.html》與目前安裝的 exam-composer 技能流程；內容經口語化、風險揭露與教學用途改寫。封面圖片由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題目替換不是只改學生卷。要保持原題型、認知層次、單元與配分，再重新查重，並同步教師卷。NotebookLM 是流程完成後的選用功能，沒有連線或教師不同意時就不建立。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內容依據：使用者提供之《agent_exam_composition_deck.html》與目前安裝的 exam-composer 技能流程；內容經口語化、風險揭露與教學用途改寫。封面圖片由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第一次使用可以先從一個年級、一個科目開始。準備好學期、年級、科目、版本、範圍、配分和認知層次後，再進入流程。正式出卷前，仍要由命題與審題教師開啟最終文件完成確認。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內容依據：使用者提供之《agent_exam_composition_deck.html》與目前安裝的 exam-composer 技能流程；內容經口語化、風險揭露與教學用途改寫。封面圖片由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a7a63fa3642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8107ccf3a948db" /><Relationship Type="http://schemas.openxmlformats.org/officeDocument/2006/relationships/slideLayout" Target="/ppt/slideLayouts/slideLayout1.xml" Id="R0873e3112c3d48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73e3112c3d48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3ce3b5f7c40c7" /><Relationship Type="http://schemas.openxmlformats.org/officeDocument/2006/relationships/image" Target="/ppt/media/image.png" Id="Rc77e83818be64a5d" /><Relationship Type="http://schemas.openxmlformats.org/officeDocument/2006/relationships/notesSlide" Target="/ppt/notesSlides/notesSlide1.xml" Id="Ra963652ceff64b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f8a48ba804006" /><Relationship Type="http://schemas.openxmlformats.org/officeDocument/2006/relationships/notesSlide" Target="/ppt/notesSlides/notesSlide2.xml" Id="R8f63dbb8c7f142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b7f09673a446a" /><Relationship Type="http://schemas.openxmlformats.org/officeDocument/2006/relationships/notesSlide" Target="/ppt/notesSlides/notesSlide3.xml" Id="Rcc5461bc0b9942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5e05a19bb4bc7" /><Relationship Type="http://schemas.openxmlformats.org/officeDocument/2006/relationships/notesSlide" Target="/ppt/notesSlides/notesSlide4.xml" Id="R42ec57c2871241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f44c25341434f" /><Relationship Type="http://schemas.openxmlformats.org/officeDocument/2006/relationships/notesSlide" Target="/ppt/notesSlides/notesSlide5.xml" Id="R37b07834348c41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fde23631d4926" /><Relationship Type="http://schemas.openxmlformats.org/officeDocument/2006/relationships/notesSlide" Target="/ppt/notesSlides/notesSlide6.xml" Id="Re344dcff576c44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b25b9947d4bdf" /><Relationship Type="http://schemas.openxmlformats.org/officeDocument/2006/relationships/notesSlide" Target="/ppt/notesSlides/notesSlide7.xml" Id="R7d02158e995d4e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2378ea5f44179" /><Relationship Type="http://schemas.openxmlformats.org/officeDocument/2006/relationships/notesSlide" Target="/ppt/notesSlides/notesSlide8.xml" Id="R346a0e9b83204b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3bc9dda6d46e7" /><Relationship Type="http://schemas.openxmlformats.org/officeDocument/2006/relationships/notesSlide" Target="/ppt/notesSlides/notesSlide9.xml" Id="Rd6af798001f847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53ce01a6f46cb" /><Relationship Type="http://schemas.openxmlformats.org/officeDocument/2006/relationships/image" Target="/ppt/media/image2.png" Id="Rd30c1a54ee3145ef" /><Relationship Type="http://schemas.openxmlformats.org/officeDocument/2006/relationships/notesSlide" Target="/ppt/notesSlides/notesSlide10.xml" Id="R2372d0cf768e40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e83818be64a5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0FB02-E59B-432B-8E8F-796F51D8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ECEEC-4D4F-4761-A8B5-D647FCB6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D77B2-4A3A-4784-8BB2-40717A7B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E7E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C4E7E8"/>
                </a:solidFill>
                <a:latin typeface="Noto Sans TC"/>
                <a:ea typeface="Noto Sans TC"/>
                <a:cs typeface="Noto Sans TC"/>
              </a:rPr>
              <a:t>校內命題教師研習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3B6DD-B9C7-4FB6-89CF-A873EB91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7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Agent 命題輔助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9E265-2FAA-42A2-9571-3064769D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E7F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DCE7F1"/>
                </a:solidFill>
                <a:latin typeface="Noto Sans TC"/>
                <a:ea typeface="Noto Sans TC"/>
                <a:cs typeface="Noto Sans TC"/>
              </a:rPr>
              <a:t>教師決策，Agent 執行與檢查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5B059-E34C-4EE4-B37E-E8672B6B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9D899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F9D899"/>
                </a:solidFill>
                <a:latin typeface="Noto Sans TC"/>
                <a:ea typeface="Noto Sans TC"/>
                <a:cs typeface="Noto Sans TC"/>
              </a:rPr>
              <a:t>把教材整理、細目表換算與查重工作串成可確認的流程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E81AE-21BC-47EF-B03E-02A1BC94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適用對象：校內定期考查命題教師與審題團隊</a:t>
            </a:r>
          </a:p>
        </p:txBody>
      </p:sp>
    </p:spTree>
    <p:extLst>
      <p:ext uri="{BB962C8B-B14F-4D97-AF65-F5344CB8AC3E}">
        <p14:creationId xmlns:p14="http://schemas.microsoft.com/office/powerpoint/2010/main" val="376217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70C13-689C-4057-889F-CBF74BBB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5F876-E34A-46EC-9676-3262CFFC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引起動機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656D1-94D4-4CC7-8792-233B4F9E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8C0BD-9238-4875-8467-53A5FDEE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教師與 Agent 的工作分工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EA1E1-66FF-475A-8BD2-BF7A206C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40A17-0151-4EAA-BA7B-4C337C2B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3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DCDE8-A74A-43F5-94D6-9861DF9D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教師負責決定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DC3CE-5DBE-4300-BC84-E01EBB02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確認命題範圍、題型配分、認知層次、題目取捨與最後定稿。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17088-566A-4E99-BFBA-FDAA1C61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1ED02-4874-4318-A2A8-5BFB70B2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涉及課程判斷與學生公平性的決定，不能交給系統自行猜測。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78769-E612-428A-8638-D08FF384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B4DE7-E209-4107-9403-7E18436F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D77CF-2D70-436D-AC8F-F5F4DC6E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Agent 協助執行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05D8B-FCBE-4137-A993-2BEB337C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整理教材、標註課綱代碼、換算細目表、撰寫草稿、比對歷屆題目與製作文件。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53696-B171-4E65-9A76-E579532E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47DB7-73BA-4D21-8AED-D36B9150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每一步都要留下來源、結果與待確認事項。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3DC06-E6FC-40F6-86AA-C83630E2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549D0-0881-456A-A281-7A8F7BDD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Agent 可以加快整理與檢查，不能取代教師的專業責任</a:t>
            </a:r>
          </a:p>
        </p:txBody>
      </p:sp>
    </p:spTree>
    <p:extLst>
      <p:ext uri="{BB962C8B-B14F-4D97-AF65-F5344CB8AC3E}">
        <p14:creationId xmlns:p14="http://schemas.microsoft.com/office/powerpoint/2010/main" val="1237895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6DD4C-ACF7-4A5C-8E55-774593A7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0C563-998D-4659-A4C1-B938169E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引起動機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AC489-200B-4047-BE98-0F2FE7CB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2035E-9832-46BC-8057-5F670FE9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三類最實用的協助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CFF32-0A64-48EF-BC0D-66CA97F8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2431B-C962-4B57-87AD-C0700113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96CD1-18CD-4622-A6F3-95B0B551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C7342-5FA6-4F0C-B42F-F51D54CC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前期整理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1E590-0EDD-4F22-AC07-7056FFAF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確認條件、下載與核對教材、整理知識點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27F7B-1E0E-4BE1-B57D-11278615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A9D4E-6F85-4811-A9AD-C62C9B88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105A1-917C-4960-8919-F9036F58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4D936-C4E0-40DA-8E2A-D5BB5892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命題檢查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44382-D231-460B-A291-27A6EC3D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建立細目表、撰寫草稿、比對歷屆框架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FD47F-6ECC-42B1-B29C-6A020491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1AAAD-495E-44B7-8B66-EB56756C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6CE0D-7603-4930-81C6-6BEEDDB5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0BAB6-172B-4BCF-B3D0-055C78E5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成果輸出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897C0-968F-4E4B-8F98-BDA6B502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製作 Word、聽力音檔與可選的知識庫整理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D1315-A801-4E6D-BFBE-71E8EED1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E2C21-82F9-44FD-AEA9-35AE4520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點選 HTML 版的項目，可直接跳到對應說明</a:t>
            </a:r>
          </a:p>
        </p:txBody>
      </p:sp>
    </p:spTree>
    <p:extLst>
      <p:ext uri="{BB962C8B-B14F-4D97-AF65-F5344CB8AC3E}">
        <p14:creationId xmlns:p14="http://schemas.microsoft.com/office/powerpoint/2010/main" val="933510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FBEE6-C56A-459C-BF49-CF5BA079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6DB78-D97C-465B-A5D8-C75429B1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9C387-B970-4E82-AD0A-7B704C73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04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DB24D-A78E-42A7-A737-2A8B8422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標準命題流程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FC6D8-6A40-4FF5-B027-B6A38331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AE58F-5A6B-4AA2-8382-B57A5999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85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  設定與教材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25CA2-26EB-4A0F-87A5-F78EE779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8592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Step 0 確認條件；Step A 由教師登入後下載並核對教材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588D9-B159-4387-BB2E-4863D836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32D1A-4F94-4F05-87C7-F9668376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  擷取與骨架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B3484-413E-4DD1-9580-C3F94DCF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670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Step 1 逐頁整理內容；Step 2 建立雙向細目表骨架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C7B33-A95F-4A18-AF0E-B52D1E17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290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58968-B57C-4F3C-8B72-EBA54E3B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  寫題與查重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3A51A-6159-4406-A0E9-F49AC05D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4807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Step 3 依骨架寫草稿；Step 4 比對 108 至 114 學年度可取得試卷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609EA-62E5-4CF3-A61B-FED6AA03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E1594-1AB0-4B2F-A9F7-A8F811DC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04  定稿與輸出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12256-950E-441C-997F-820A8978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291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Step 5 產出學生卷、教師卷與雙向細目表；英語聽力另做音檔</a:t>
            </a:r>
          </a:p>
        </p:txBody>
      </p:sp>
    </p:spTree>
    <p:extLst>
      <p:ext uri="{BB962C8B-B14F-4D97-AF65-F5344CB8AC3E}">
        <p14:creationId xmlns:p14="http://schemas.microsoft.com/office/powerpoint/2010/main" val="20195553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A01F4F-8F67-43C0-A6A0-6CB718E4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72564-17D7-42B1-877B-B8813FD3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832FF-D579-4C9D-A124-333F28D8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A584C-54A3-4AF5-92CB-FEBC5D11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三個教師確認關卡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B3FA0-5BB7-4D2D-92F5-5130DFB3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C8434-B776-4E0C-80BA-091F4194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A5237-E2E8-4F5B-B886-49ED3C51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2CC2B-11C9-4416-A4BC-FC169330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條件確認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DF3CE-4DF2-4F57-8037-0FD1D3C9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題型與 Bloom 比例都要合計正確，餘數怎麼分配先確認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9F3F0-F3A9-4496-8C2C-963053B6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F696E-1EC9-401A-9475-2A209831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3C5E7-6C3A-48F7-889B-4E1FCD76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E4118-24FD-49A6-BD95-198E02E0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骨架確認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2DE75-861E-4A14-9752-195B73BF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檢查題目是否分布在各單元，沒有全部集中在少數內容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54DB8-758D-4F69-8945-56DC0BBB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E67BA-B052-4020-B82C-17583F9B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A049C-73CE-44B1-A285-D56028A8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B991F-FD67-4159-8BD4-F165BFBB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查重決定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B6149-BFFE-4898-9863-313CACA2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接近原題必改；高度相似題由教師決定保留或調整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77F77-41C2-44E2-9E21-000B3120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29418-F9ED-4F97-99F2-BC82D253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未獲確認就不進下一階段，避免系統默默替教師做決定</a:t>
            </a:r>
          </a:p>
        </p:txBody>
      </p:sp>
    </p:spTree>
    <p:extLst>
      <p:ext uri="{BB962C8B-B14F-4D97-AF65-F5344CB8AC3E}">
        <p14:creationId xmlns:p14="http://schemas.microsoft.com/office/powerpoint/2010/main" val="48439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3D2B08-B544-45D4-B668-9D477452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A9C54-A54D-48E6-993A-42820EAB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653E1-6967-4ABD-A87F-5A1725CC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753D7-0221-45A4-9FB3-535A7075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歷屆查重的四級判定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7BAEF-82F5-4F31-9C54-1D4F23DB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標準流程比對 108 至 114 學年度可取得的同年級、同科目試卷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279E3-9FD3-4A46-980E-71B5EED8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85286-BDFE-4523-95A9-F09C2D06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評分面向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49154-67A9-4BAD-9544-922938B0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681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1A611-0A5D-43AD-9A15-5502E2AB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9775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可觀察表現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C090D-7996-4B45-BBD1-8697DAE2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52625"/>
            <a:ext cx="1628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23103-54AD-4736-AD40-41A8AFC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097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配分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895FF-3BAB-435E-9945-6F5380A4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73FE6-95AB-4FC9-87DF-CFB98392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接近原題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91AC9-3CB1-4E29-B1C7-97C9D356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0325"/>
            <a:ext cx="681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3BC10-1CE2-4F12-9920-49BE7504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57475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題幹、數字或任務幾乎相同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06EFA-03C3-4DD9-8444-7E0AECF0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0325"/>
            <a:ext cx="1628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4D946-A13D-46BF-89AB-C2209EB8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574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必須重寫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B231F-5AB4-4DBB-8BA9-571A7B67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2C932-E27E-4F73-8FB9-486F30A6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框架相似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D6D70-59C0-40E6-BB31-87676E4F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48025"/>
            <a:ext cx="681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39BEA-4CE1-4E69-A8DA-658AF6C8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05175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考點與命題結構相同，問法或情境不同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316BD-AB47-492A-A3C3-54E1DC81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48025"/>
            <a:ext cx="1628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5FEC7-A483-4FC9-A5E9-EE6C75D5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051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教師決定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CEE9A-E433-49AF-A780-FBFC7B0A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190CA-D8B5-4A74-8FF6-66775D8B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部分相似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35CD9-5431-4942-B9A5-B926DE38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95725"/>
            <a:ext cx="681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D5107D-485D-4596-BD45-DB63C1A5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52875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考點重疊，但命題角度不同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8BD6C2-613B-4E20-8095-5AD71AF4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95725"/>
            <a:ext cx="1628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120996-ECB1-4C52-8994-18DE5616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528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保留並記錄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6BEBE-97CB-4255-952D-C29D2357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533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A13C01-7994-480B-ACF4-08B493F9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未發現相似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3C7CE-DA5A-49F1-9866-42910DAE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43425"/>
            <a:ext cx="6810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1EB7F2-3122-4E7E-B000-9138FAC5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00575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在本次取得的試卷中未找到相似題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95DAB9-37D4-4410-9D5E-86FAD60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43425"/>
            <a:ext cx="16287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479DC5-D587-437C-8CB9-A57650C3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005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保留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9825A5-FECC-4340-8426-707E9FA4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FC3CB7-BF90-477E-86A8-4617D606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未發現相似不代表永不撞題，只代表本次比對範圍內未發現</a:t>
            </a:r>
          </a:p>
        </p:txBody>
      </p:sp>
    </p:spTree>
    <p:extLst>
      <p:ext uri="{BB962C8B-B14F-4D97-AF65-F5344CB8AC3E}">
        <p14:creationId xmlns:p14="http://schemas.microsoft.com/office/powerpoint/2010/main" val="239190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96F78-7981-4F56-9EFF-8C73FABE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2BA39-D2F6-471F-9E52-F78C833E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FD9FF-44D9-437F-9AEA-E40A1CE2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07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A4FC7-6C1C-4321-A513-BAFEEBCF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避開高頻框架，不是只換數字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B2FF3-0E9C-4871-B1A6-E5A7057E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1FD64-DE04-40B8-9E4F-E48D02A8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3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C0061-6FE2-455C-9D3F-7AC74B35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容易再次撞題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EF74E-55B7-480E-9DD7-A9B8A8E2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7 乘以 9 等於 63，請判斷因數與倍數敘述。下一次只把數字換成 8 乘以 6。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7D953-A71A-46AE-8AF8-3CB94C5D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0104C-5024-4CE0-88A8-78268DFA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考點與任務結構完全相同。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91991-53D0-4D5D-B985-273C331A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079E8-211B-4AB6-BBA6-25FECC22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E9275-96BD-4A54-9813-6E6E0E9C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保留目標，改換角度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D01AB-D3C8-4F2E-A1F3-1C809336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給一個數，請學生選出能檢驗某數是否為因數的方法，並說明理由。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04A6D-4D1D-4394-9786-D2A318D9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B1A44-CA85-478E-97CC-2644EAE5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仍測因數概念，但學生要判斷方法。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3C9EB-38BA-4CDD-A6DB-9CE10D3B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D2D01-DF55-492F-B8D3-D81795CD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改題要守住題型、Bloom 層次、單元與配分，只改命題角度</a:t>
            </a:r>
          </a:p>
        </p:txBody>
      </p:sp>
    </p:spTree>
    <p:extLst>
      <p:ext uri="{BB962C8B-B14F-4D97-AF65-F5344CB8AC3E}">
        <p14:creationId xmlns:p14="http://schemas.microsoft.com/office/powerpoint/2010/main" val="1440216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8756D-E24C-477F-ADEA-40877415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B1970-AEAB-490B-A6D4-01B340A5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8F0CF-099B-423F-BB70-E943AB51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25228-16A0-40B3-B393-AF484EED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英語聽力音檔的製作與檢查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D1C02-7349-4542-B427-D6A7470D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88EFC-EAEA-4E99-A897-6A7B5210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85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  內容定稿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7B908-02F6-42AE-8CAA-9F01FEBA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8592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以最終教師稿為準，逐題核對學生卷、答案與朗讀內容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AB1EB-5ACA-41EC-90E2-A44A82E1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6CA66-26A9-4804-95BE-38AFF94B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  教師設定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390FA-E9C7-4C3F-92F2-65F5285C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670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播放次數、停頓秒數、聲音與語速由命題教師確認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07401-3B5E-4D7E-9D0A-026A478E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290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74030-2E2F-42ED-87CF-5FBDCEE3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  技術製作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D06CB-9517-49DF-8D07-1D28B438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4807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合成後核對取樣率、聲道、碼率、總長與完整解碼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0B556-9172-4B62-A1BF-A0095881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8BCBE-B1F6-4130-81E0-429E9094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04  實際抽聽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16F4C-EA53-4BB4-AFAB-A12771F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291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檢查人名、數量、否定詞、題號順序與答案映射</a:t>
            </a:r>
          </a:p>
        </p:txBody>
      </p:sp>
    </p:spTree>
    <p:extLst>
      <p:ext uri="{BB962C8B-B14F-4D97-AF65-F5344CB8AC3E}">
        <p14:creationId xmlns:p14="http://schemas.microsoft.com/office/powerpoint/2010/main" val="910463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66CEF-024F-44B2-931C-DFD85EE8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50E9A-3C87-41F7-9A0D-D26052C7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喚起行動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A8941-9237-4DCF-B96F-1B3FEF2F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9D4E8-89F1-42DC-8E91-C719FB32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成果交付與後續修改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2887A-C761-4827-A21D-DD35B971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E15D5-1345-41F8-B063-02E6270E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90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  學生卷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838E9-F812-422C-9791-20760F55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9067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正式試題卷，不含答案，保留足夠作答空間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C17BD-15C5-4A9A-B308-04530AC4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BE834-8183-474F-84D9-B930DA11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  教師卷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E3B44-5AE0-40D8-BE59-76BB8956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717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完整答案、聽力稿與非選擇題評分規準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5DEAE-1B6D-44D2-BA93-F00B88B2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3DFA4-4720-4066-A313-86DD7591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  細目表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B9B78-8627-4F52-A4B6-E4551A2D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5282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題號、題型、認知層次、配分、課次與知識點一致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91FB7-FA54-448A-8E4D-46199FF0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1CB92-3F76-4FF0-9D18-611D5105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04  選用功能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9EFCFC-5E97-482A-BDC0-58785654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339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指定題號可依原規格替換；NotebookLM 需教師同意並完成授權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5426E-2701-4008-9411-99844F5F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CBA28-982E-4B5F-A217-BA677B00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改一題也要同步更新答案、文件與查重結果</a:t>
            </a:r>
          </a:p>
        </p:txBody>
      </p:sp>
    </p:spTree>
    <p:extLst>
      <p:ext uri="{BB962C8B-B14F-4D97-AF65-F5344CB8AC3E}">
        <p14:creationId xmlns:p14="http://schemas.microsoft.com/office/powerpoint/2010/main" val="10850601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c1a54ee3145e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2F257-35BF-4BFD-B9FE-045F20AB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13F31-3C36-4B80-823F-A13FAFB7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E6B31-FEB3-4D20-BA90-85FB7A89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E7E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C4E7E8"/>
                </a:solidFill>
                <a:latin typeface="Noto Sans TC"/>
                <a:ea typeface="Noto Sans TC"/>
                <a:cs typeface="Noto Sans TC"/>
              </a:rPr>
              <a:t>命題回到學習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9AE81-0EAC-44F6-9451-D071402D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4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先確認，再自動化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0DCB2-DA0B-4637-9502-A7066355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E7F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DCE7F1"/>
                </a:solidFill>
                <a:latin typeface="Noto Sans TC"/>
                <a:ea typeface="Noto Sans TC"/>
                <a:cs typeface="Noto Sans TC"/>
              </a:rPr>
              <a:t>AI 加快流程，教師守住品質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9FCA2-A968-4812-8E25-31822377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9D899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F9D899"/>
                </a:solidFill>
                <a:latin typeface="Noto Sans TC"/>
                <a:ea typeface="Noto Sans TC"/>
                <a:cs typeface="Noto Sans TC"/>
              </a:rPr>
              <a:t>每一步都看得到來源、待確認事項與完成證據，才算真正完成命題</a:t>
            </a:r>
          </a:p>
        </p:txBody>
      </p:sp>
    </p:spTree>
    <p:extLst>
      <p:ext uri="{BB962C8B-B14F-4D97-AF65-F5344CB8AC3E}">
        <p14:creationId xmlns:p14="http://schemas.microsoft.com/office/powerpoint/2010/main" val="727932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2026-09-08T09:03:18.9530000Z</dcterms:created>
  <dcterms:modified xsi:type="dcterms:W3CDTF">2026-09-08T09:03:18.9530000Z</dcterms:modified>
</coreProperties>
</file>